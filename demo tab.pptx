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C17C997-60FD-4529-94EB-7153156465F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demo tab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D580FA3-D8AE-4F2A-A210-086CF20C5BD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Wed, 17/12/2025 20:39:51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-Completion" id="2" name="slide2">
            <a:extLst>
              <a:ext uri="{FF2B5EF4-FFF2-40B4-BE49-F238E27FC236}">
                <a16:creationId xmlns:a16="http://schemas.microsoft.com/office/drawing/2014/main" id="{32F8F459-C1B7-4CC3-852D-4C57E7247E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947737"/>
            <a:ext cx="95250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-DropOff" id="3" name="slide3">
            <a:extLst>
              <a:ext uri="{FF2B5EF4-FFF2-40B4-BE49-F238E27FC236}">
                <a16:creationId xmlns:a16="http://schemas.microsoft.com/office/drawing/2014/main" id="{C548B71E-B15C-488D-9CAA-A1A1D2789A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947737"/>
            <a:ext cx="95250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Retention" id="4" name="slide4">
            <a:extLst>
              <a:ext uri="{FF2B5EF4-FFF2-40B4-BE49-F238E27FC236}">
                <a16:creationId xmlns:a16="http://schemas.microsoft.com/office/drawing/2014/main" id="{17F2069F-DDC4-4762-9CF3-334AC63E77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947737"/>
            <a:ext cx="95250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Epsiode" id="5" name="slide5">
            <a:extLst>
              <a:ext uri="{FF2B5EF4-FFF2-40B4-BE49-F238E27FC236}">
                <a16:creationId xmlns:a16="http://schemas.microsoft.com/office/drawing/2014/main" id="{B64357EC-079B-47E6-9D38-6478690FA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1647825"/>
            <a:ext cx="13335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Pacing" id="6" name="slide6">
            <a:extLst>
              <a:ext uri="{FF2B5EF4-FFF2-40B4-BE49-F238E27FC236}">
                <a16:creationId xmlns:a16="http://schemas.microsoft.com/office/drawing/2014/main" id="{3F36F249-FA9D-46DE-940D-AC00BEF363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1566862"/>
            <a:ext cx="11430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view" id="7" name="slide7">
            <a:extLst>
              <a:ext uri="{FF2B5EF4-FFF2-40B4-BE49-F238E27FC236}">
                <a16:creationId xmlns:a16="http://schemas.microsoft.com/office/drawing/2014/main" id="{250E26BA-277F-45B7-B74A-6217B9BC34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tent_Attribute" id="8" name="slide8">
            <a:extLst>
              <a:ext uri="{FF2B5EF4-FFF2-40B4-BE49-F238E27FC236}">
                <a16:creationId xmlns:a16="http://schemas.microsoft.com/office/drawing/2014/main" id="{B36707C6-7839-47F8-BC4D-8A949EE1E5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248" y="0"/>
            <a:ext cx="9635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tention vs Completion" id="9" name="slide9">
            <a:extLst>
              <a:ext uri="{FF2B5EF4-FFF2-40B4-BE49-F238E27FC236}">
                <a16:creationId xmlns:a16="http://schemas.microsoft.com/office/drawing/2014/main" id="{327E0634-F633-4E1C-9668-2D4FDE1317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" y="1614487"/>
            <a:ext cx="1201102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uration vs Completion" id="10" name="slide10">
            <a:extLst>
              <a:ext uri="{FF2B5EF4-FFF2-40B4-BE49-F238E27FC236}">
                <a16:creationId xmlns:a16="http://schemas.microsoft.com/office/drawing/2014/main" id="{87A9CBAB-1BCC-4330-AC51-D4E724FB15D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321" y="0"/>
            <a:ext cx="9883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Detail_Dashboard" id="11" name="slide11">
            <a:extLst>
              <a:ext uri="{FF2B5EF4-FFF2-40B4-BE49-F238E27FC236}">
                <a16:creationId xmlns:a16="http://schemas.microsoft.com/office/drawing/2014/main" id="{BE6E0989-22E1-43CC-B288-BC75CF76DB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p_Off by Episode" id="12" name="slide12">
            <a:extLst>
              <a:ext uri="{FF2B5EF4-FFF2-40B4-BE49-F238E27FC236}">
                <a16:creationId xmlns:a16="http://schemas.microsoft.com/office/drawing/2014/main" id="{85AE00F2-6743-4F16-83D0-D47F2AF6BF9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3185"/>
            <a:ext cx="12192000" cy="31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ws by Title" id="13" name="slide13">
            <a:extLst>
              <a:ext uri="{FF2B5EF4-FFF2-40B4-BE49-F238E27FC236}">
                <a16:creationId xmlns:a16="http://schemas.microsoft.com/office/drawing/2014/main" id="{03C9BBAD-C38E-41D5-96CD-B7AC0DB32CC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270" y="0"/>
            <a:ext cx="763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2025-12-17T20:39:55Z</dcterms:created>
  <dcterms:modified xsi:type="dcterms:W3CDTF">2025-12-17T20:39:55Z</dcterms:modified>
</cp:coreProperties>
</file>